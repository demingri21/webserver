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37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Deming" userId="9fccf68502816ddd" providerId="LiveId" clId="{56A43E1B-39DF-42D6-B1A3-5B09C693D950}"/>
    <pc:docChg chg="custSel addSld delSld modSld">
      <pc:chgData name="Paul Deming" userId="9fccf68502816ddd" providerId="LiveId" clId="{56A43E1B-39DF-42D6-B1A3-5B09C693D950}" dt="2025-11-01T23:28:21.439" v="3" actId="47"/>
      <pc:docMkLst>
        <pc:docMk/>
      </pc:docMkLst>
      <pc:sldChg chg="del">
        <pc:chgData name="Paul Deming" userId="9fccf68502816ddd" providerId="LiveId" clId="{56A43E1B-39DF-42D6-B1A3-5B09C693D950}" dt="2025-11-01T23:28:21.439" v="3" actId="47"/>
        <pc:sldMkLst>
          <pc:docMk/>
          <pc:sldMk cId="2969336694" sldId="256"/>
        </pc:sldMkLst>
      </pc:sldChg>
      <pc:sldChg chg="addSp delSp new mod">
        <pc:chgData name="Paul Deming" userId="9fccf68502816ddd" providerId="LiveId" clId="{56A43E1B-39DF-42D6-B1A3-5B09C693D950}" dt="2025-11-01T23:28:14.765" v="2" actId="22"/>
        <pc:sldMkLst>
          <pc:docMk/>
          <pc:sldMk cId="4191617948" sldId="257"/>
        </pc:sldMkLst>
        <pc:spChg chg="del">
          <ac:chgData name="Paul Deming" userId="9fccf68502816ddd" providerId="LiveId" clId="{56A43E1B-39DF-42D6-B1A3-5B09C693D950}" dt="2025-11-01T23:28:12.625" v="1" actId="478"/>
          <ac:spMkLst>
            <pc:docMk/>
            <pc:sldMk cId="4191617948" sldId="257"/>
            <ac:spMk id="2" creationId="{4699C557-CDE2-8827-9989-7450ADFE1181}"/>
          </ac:spMkLst>
        </pc:spChg>
        <pc:spChg chg="del">
          <ac:chgData name="Paul Deming" userId="9fccf68502816ddd" providerId="LiveId" clId="{56A43E1B-39DF-42D6-B1A3-5B09C693D950}" dt="2025-11-01T23:28:12.625" v="1" actId="478"/>
          <ac:spMkLst>
            <pc:docMk/>
            <pc:sldMk cId="4191617948" sldId="257"/>
            <ac:spMk id="3" creationId="{A11A517A-A6F3-90B4-AD73-3388CF5E5ED0}"/>
          </ac:spMkLst>
        </pc:spChg>
        <pc:picChg chg="add">
          <ac:chgData name="Paul Deming" userId="9fccf68502816ddd" providerId="LiveId" clId="{56A43E1B-39DF-42D6-B1A3-5B09C693D950}" dt="2025-11-01T23:28:14.765" v="2" actId="22"/>
          <ac:picMkLst>
            <pc:docMk/>
            <pc:sldMk cId="4191617948" sldId="257"/>
            <ac:picMk id="5" creationId="{0AE292A6-BCB7-F5BC-86FE-21B903FDA1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675A0-3F17-48BD-928C-192C88233B2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7F93C-D41B-42BB-B54E-22CDFCBF6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8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CF67-D13D-A3B6-A328-6E7A7149E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2276A-3B53-D054-24F4-AB8B58090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275D6-EC8A-DE85-B5C2-1B3F6C69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FD35-1800-523C-2994-01113996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0348F-D724-6991-419A-5ED649BA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3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CD1B-A9F0-1630-CB49-F94B1376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0223-5C08-11CE-F6AE-9D03247C9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7AC6-4727-036C-0C5B-B7B319E0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5DC3-F81A-05C8-4A82-9C37CFAA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8775-CEA5-B619-DFC7-53465534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9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00B7-5941-4FE2-650F-AF4CB8E9F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4A625-DA9E-DF68-FAD3-B80B03FF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9E12F-7851-0F4F-E22F-37BC4652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669B7-3364-09A6-ACF1-65F9CD53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F4BE7-2769-490B-61FD-A2F97C53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7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4E80-3DD5-C46A-5420-2E05CE4E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0B3E-703C-45A4-7E90-40B47269D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2604F-BF92-CAD7-A12E-2C45363A2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78F81-3202-824D-97B2-5773E2EF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92CC-6E21-38A0-9671-EB2124FA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A9EF6-563E-E39D-E8C2-5A55ED63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078C-4325-33FF-FFCF-E17A6CF4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C37F2-E6E6-67D2-5E67-A48EAF48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D3FE0-0166-0A1D-BE3C-0332413D2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8666E-E446-0C04-1633-205B6BF03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EFC69-2BF1-65E6-4D3E-D5A3FD780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1F979-9524-6713-1794-3D565FD6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33B63-17F3-56E2-E169-90E623CC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D6661-1FD8-0B54-2705-A7A271E6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33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FB65-72C7-AAF5-C0FD-1B931F76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81F33-B21D-4879-734E-ADE77190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D4B62-621C-A0FD-413A-C6C3AA95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9B1FE-26C8-47DE-2C29-2CF3CF0E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5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A45F2-FA8C-0307-FD9A-87A67BBE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9DCA6-1AC2-9F69-DAE2-C3202CA0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B399E-24E8-F625-08AA-818E06F6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0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986F-E2BB-9462-2BDC-54687579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9180F-FCF5-15D9-1E15-1F9C9DA4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F3458-1B4B-FE51-DA55-5D9C0B20C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57DD1-EC03-5063-C39E-F51EC383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D66D2-BE5A-48DF-8FCE-3785451A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DF5E1-4595-76EC-C677-41726CA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7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9A25-2634-73C9-4A4E-C2FC1409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82B8B-E2D6-8591-BE4C-295D668F9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AA55C-1B7D-D113-8EBC-2EF6ED4A5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D4F36-902A-8481-2579-EF390FE9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E6648-6A9F-A28F-7FA5-384B3E61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8002-6D97-42CF-A270-9B9EE165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A542-12B1-C150-6A63-AC675D1A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540BD-0319-6A99-61C9-DB2A71791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0A229-C394-B48A-33A6-4826480B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47DBA-48E6-86FB-9331-A3890F77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35794-B213-53E6-CEE9-39CA87EA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1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DD120-8509-0FBD-0641-430A8DFBC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D9501-5C5D-D7DF-36B0-5580CBFDF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1D562-3443-713E-1C1C-D9CD752A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9D1E5-4864-CF35-E5A6-2AC3713A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0817C-4186-B6B1-B9E8-7CF9C72A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8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74B83-5DA5-1672-FA9A-E13A6B71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AB63B-24CE-BFF4-CE63-596993A2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3EF3-B98F-E9EA-5E8C-98E1D894F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34D4-1757-40C8-9971-FEF1CB574AA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EF67-A964-054E-3DC1-64CCB27AF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5DD24-5E08-7B1B-9224-91E34CE5F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B4456-BEA1-46C6-800E-E188D34B2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E292A6-BCB7-F5BC-86FE-21B903FD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17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Deming</dc:creator>
  <cp:lastModifiedBy>Paul Deming</cp:lastModifiedBy>
  <cp:revision>1</cp:revision>
  <dcterms:created xsi:type="dcterms:W3CDTF">2025-11-01T22:35:11Z</dcterms:created>
  <dcterms:modified xsi:type="dcterms:W3CDTF">2025-11-01T23:28:24Z</dcterms:modified>
</cp:coreProperties>
</file>